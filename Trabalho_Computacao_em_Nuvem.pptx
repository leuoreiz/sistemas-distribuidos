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Sistema Distribuído de Processamento de Tarefas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AA3D0"/>
                </a:solidFill>
              </a:rPr>
              <a:t>Programação Distribuída / Computação em Nuvem — Prof. Carlos Kuretzki, PhD</a:t>
            </a:r>
          </a:p>
          <a:p>
            <a:pPr algn="ctr"/>
            <a:r>
              <a:rPr sz="1600">
                <a:solidFill>
                  <a:srgbClr val="9AA3D0"/>
                </a:solidFill>
              </a:rPr>
              <a:t>Aplicação de microsserviços em contêineres publicada em nuvem pública</a:t>
            </a:r>
          </a:p>
          <a:p>
            <a:pPr algn="ctr"/>
            <a:r>
              <a:rPr sz="1600">
                <a:solidFill>
                  <a:srgbClr val="9AA3D0"/>
                </a:solidFill>
              </a:rPr>
              <a:t>Integrantes: ____________________________________________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1. Arquitetura e premissas de sistemas/programação distribuídos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45720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68FF"/>
                </a:solidFill>
              </a:rPr>
              <a:t>————————————————————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68FF"/>
                </a:solidFill>
              </a:rPr>
              <a:t>Navegador → Load Balancer (Nginx) → API (N réplicas) → Redis (fila + estado) → Workers 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Comunicação por troca de mensagens: API e workers só interagem via fila no Redis — a própria definição de SD do material.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Concorrência: vários workers processam tarefas em paralelo.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Escalabilidade: réplicas de API e de workers (replicação de serviços + caching no Redis).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Transparência (acesso, localização, replicação): o cliente usa um único endereço e não sabe qual nó respondeu.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Tolerância a falhas e confiabilidade: heartbeats com TTL; a tarefa permanece na fila se um nó cai (redundância).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Heterogeneidade: contêineres Docker executam em qualquer SO/ambiente.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Abertura (openness): API REST com interfaces publicadas (padrão aberto HTTP/JSON).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Compartilhamento de recursos + consistência: estado e contadores atômicos no Redis.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</a:rPr>
              <a:t>•  Acoplamento fraco e ausência de relógio global: nós stateless decidem com informação local.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3D0"/>
                </a:solidFill>
              </a:rPr>
              <a:t>Stack: Python (FastAPI) • Redis • Nginx • Docker / docker-compose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2. Escolha da nuvem e fundamentação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45720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68FF"/>
                </a:solidFill>
              </a:rPr>
              <a:t>————————————————————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</a:rPr>
              <a:t>•  Nuvem escolhida: Render — modelo de implantação NUVEM PÚBLICA.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</a:rPr>
              <a:t>•  Modelo de serviço: PaaS (Plataforma como Serviço) — fornece o ambiente de execução, sem gerenciar o servidor. Roda sobre a infraestrutura da AWS.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</a:rPr>
              <a:t>•  Atende às 5 características essenciais (NIST):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C8CDF0"/>
                </a:solidFill>
              </a:rPr>
              <a:t>    – Auto-serviço sob demanda: deploy via Git, sem intervenção manual.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C8CDF0"/>
                </a:solidFill>
              </a:rPr>
              <a:t>    – Acesso amplo via rede: aplicação acessível por HTTPS de qualquer lugar.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C8CDF0"/>
                </a:solidFill>
              </a:rPr>
              <a:t>    – Agrupamento de recursos (pooling): infraestrutura compartilhada e gerenciada.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C8CDF0"/>
                </a:solidFill>
              </a:rPr>
              <a:t>    – Rápida elasticidade: escala réplicas conforme a demanda.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C8CDF0"/>
                </a:solidFill>
              </a:rPr>
              <a:t>    – Serviço de mensuração: uso medido (pay as you go).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FFFFFF"/>
                </a:solidFill>
              </a:rPr>
              <a:t>•  Fundamentação prática: plano gratuito, deploy direto do Docker, HTTPS automático e infraestrutura como código (render.yaml).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C8CDF0"/>
                </a:solidFill>
              </a:rPr>
              <a:t>•  Alternativas avaliadas: Amazon (AWS), Microsoft Azure e Google Cloud — equivalentes, porém exigem mais configuração e cartão de crédito.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3D0"/>
                </a:solidFill>
              </a:rPr>
              <a:t>Deploy via Blueprint: New + → Blueprint → repositório → Apply  •  resultado: https://&lt;app&gt;.onrender.com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3. Benefícios da solução implementada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45720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5468FF"/>
                </a:solidFill>
              </a:rPr>
              <a:t>————————————————————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</a:rPr>
              <a:t>•  Escalabilidade automática: adiciona nós/réplicas conforme a demanda, sem alterar o código.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</a:rPr>
              <a:t>•  Elasticidade: o ambiente aumenta ou diminui conforme a necessidade.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</a:rPr>
              <a:t>•  Alta disponibilidade e resiliência: redundância de nós + health checks + reinício automático; a fila preserva o trabalho se um nó falha.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</a:rPr>
              <a:t>•  Pay as you go: paga-se conforme o uso; no projeto, plano gratuito.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</a:rPr>
              <a:t>•  Portabilidade (Docker): a mesma imagem roda igual no ambiente local e na nuvem.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</a:rPr>
              <a:t>•  Desacoplamento: a fila absorve picos de carga; produtor e consumidor evoluem de forma independente.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</a:rPr>
              <a:t>•  Manutenção e evolução facilitadas: microsserviços pequenos, com deploy contínuo via Git.</a:t>
            </a:r>
          </a:p>
          <a:p>
            <a:pPr>
              <a:spcAft>
                <a:spcPts val="1100"/>
              </a:spcAft>
            </a:pPr>
            <a:r>
              <a:rPr sz="1600" b="1">
                <a:solidFill>
                  <a:srgbClr val="FFFFFF"/>
                </a:solidFill>
              </a:rPr>
              <a:t>•  Observabilidade: painel mostra fila, tarefas processadas e workers ativos em tempo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82512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9AA3D0"/>
                </a:solidFill>
              </a:rPr>
              <a:t>Demonstração ao vivo: link na nuvem + escala/tolerância a falhas no docker-compose local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